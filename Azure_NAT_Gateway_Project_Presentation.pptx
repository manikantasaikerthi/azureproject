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457200"/>
            <a:ext cx="2926080" cy="2926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5120640"/>
            <a:ext cx="2103120" cy="2103120"/>
          </a:xfrm>
          <a:prstGeom prst="ellipse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2194560" cy="219456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640080"/>
            <a:ext cx="1965960" cy="34747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903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rPr dirty="0"/>
              <a:t>Azure NAT Gateway</a:t>
            </a:r>
            <a:br>
              <a:rPr dirty="0"/>
            </a:br>
            <a:r>
              <a:rPr dirty="0"/>
              <a:t>for Predictable Outbound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CF2"/>
                </a:solidFill>
                <a:latin typeface="Aptos"/>
              </a:defRPr>
            </a:pPr>
            <a:r>
              <a:t>Private VM • Predictable SNAT • Controlled Egress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2514600" cy="123444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6112" y="4050791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0736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4050791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PROJECT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98848"/>
            <a:ext cx="2057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24CC3046-P035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886200"/>
            <a:ext cx="2514600" cy="123444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39312" y="4050791"/>
            <a:ext cx="438912" cy="438912"/>
          </a:xfrm>
          <a:prstGeom prst="ellipse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9312" y="40736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4050791"/>
            <a:ext cx="161848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498848"/>
            <a:ext cx="2057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Cloud Networking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86200"/>
            <a:ext cx="2514600" cy="123444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2512" y="4050791"/>
            <a:ext cx="438912" cy="43891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40736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4050791"/>
            <a:ext cx="161848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98848"/>
            <a:ext cx="2057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Microsoft Azure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2339" y="1490472"/>
            <a:ext cx="2514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rPr dirty="0"/>
              <a:t>Team: T239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504330-1450-5AB2-03B8-B210C62809BC}"/>
              </a:ext>
            </a:extLst>
          </p:cNvPr>
          <p:cNvSpPr txBox="1"/>
          <p:nvPr/>
        </p:nvSpPr>
        <p:spPr>
          <a:xfrm>
            <a:off x="7282262" y="579092"/>
            <a:ext cx="3690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2400032235</a:t>
            </a:r>
          </a:p>
          <a:p>
            <a:r>
              <a:rPr lang="en-IN" dirty="0">
                <a:solidFill>
                  <a:schemeClr val="bg1"/>
                </a:solidFill>
              </a:rPr>
              <a:t>K. Manikanta Sai</a:t>
            </a:r>
          </a:p>
          <a:p>
            <a:r>
              <a:rPr lang="en-IN" dirty="0">
                <a:solidFill>
                  <a:schemeClr val="bg1"/>
                </a:solidFill>
              </a:rPr>
              <a:t>Sec: 56</a:t>
            </a:r>
            <a:r>
              <a:rPr lang="en-IN" dirty="0"/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Why predictable outbound connectivity is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490472"/>
            <a:ext cx="438912" cy="438912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1333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490472"/>
            <a:ext cx="44074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48463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Private workloads need Internet access without exposing each VM with a public IP.</a:t>
            </a:r>
            <a:br/>
            <a:br/>
            <a:r>
              <a:t>Key challenges:</a:t>
            </a:r>
            <a:br/>
            <a:r>
              <a:t>• Unpredictable outbound source addresses</a:t>
            </a:r>
            <a:br/>
            <a:r>
              <a:t>• Public IP exposure of workloads</a:t>
            </a:r>
            <a:br/>
            <a:r>
              <a:t>• Uncontrolled outbound destinations</a:t>
            </a:r>
            <a:br/>
            <a:r>
              <a:t>• High volumes of outbound connections</a:t>
            </a:r>
            <a:br/>
            <a:r>
              <a:t>• SNAT port utilization concerns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49240" cy="44805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36792" y="1490472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51333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1490472"/>
            <a:ext cx="4453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489204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1. Provide predictable outbound Internet access.</a:t>
            </a:r>
            <a:br/>
            <a:r>
              <a:t>2. Keep the VM private with no VM-level public IP.</a:t>
            </a:r>
            <a:br/>
            <a:r>
              <a:t>3. Perform SNAT through Azure NAT Gateway.</a:t>
            </a:r>
            <a:br/>
            <a:r>
              <a:t>4. Use a stable public IP for outbound traffic.</a:t>
            </a:r>
            <a:br/>
            <a:r>
              <a:t>5. Control outbound destinations with an NSG.</a:t>
            </a:r>
            <a:br/>
            <a:r>
              <a:t>6. Reduce the risk of SNAT port exhaustion.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Private workload → NSG → NAT Gateway →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011680" cy="1325880"/>
          </a:xfrm>
          <a:prstGeom prst="roundRect">
            <a:avLst/>
          </a:prstGeom>
          <a:solidFill>
            <a:srgbClr val="0F1E3A"/>
          </a:solidFill>
          <a:ln w="254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UBUNTU 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96312"/>
            <a:ext cx="1792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Aptos"/>
              </a:defRPr>
            </a:pPr>
            <a:r>
              <a:t>vm-nat-test</a:t>
            </a:r>
            <a:br/>
            <a:r>
              <a:t>Private IP: 10.0.1.4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965960"/>
            <a:ext cx="2011680" cy="1325880"/>
          </a:xfrm>
          <a:prstGeom prst="roundRect">
            <a:avLst/>
          </a:prstGeom>
          <a:solidFill>
            <a:srgbClr val="0F1E3A"/>
          </a:solidFill>
          <a:ln w="25400">
            <a:solidFill>
              <a:srgbClr val="704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72968" y="2103120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NSG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496312"/>
            <a:ext cx="1792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Aptos"/>
              </a:defRPr>
            </a:pPr>
            <a:r>
              <a:t>5 approved IPs</a:t>
            </a:r>
            <a:br/>
            <a:r>
              <a:t>Other Internet → DENY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965960"/>
            <a:ext cx="2011680" cy="1325880"/>
          </a:xfrm>
          <a:prstGeom prst="roundRect">
            <a:avLst/>
          </a:prstGeom>
          <a:solidFill>
            <a:srgbClr val="0F1E3A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41848" y="2103120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NAT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1848" y="2496312"/>
            <a:ext cx="1792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Aptos"/>
              </a:defRPr>
            </a:pPr>
            <a:r>
              <a:t>natgw-project</a:t>
            </a:r>
            <a:br/>
            <a:r>
              <a:t>Standard SKU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965960"/>
            <a:ext cx="2011680" cy="1325880"/>
          </a:xfrm>
          <a:prstGeom prst="roundRect">
            <a:avLst/>
          </a:prstGeom>
          <a:solidFill>
            <a:srgbClr val="0F1E3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0727" y="2103120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PUBLIC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2496312"/>
            <a:ext cx="1792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Aptos"/>
              </a:defRPr>
            </a:pPr>
            <a:r>
              <a:t>4.224.18.198</a:t>
            </a:r>
            <a:br/>
            <a:r>
              <a:t>pip-nat-project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1965960"/>
            <a:ext cx="1508760" cy="1325880"/>
          </a:xfrm>
          <a:prstGeom prst="roundRect">
            <a:avLst/>
          </a:prstGeom>
          <a:solidFill>
            <a:srgbClr val="0F1E3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13848" y="2103120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13848" y="2496312"/>
            <a:ext cx="12893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Aptos"/>
              </a:defRPr>
            </a:pPr>
            <a:r>
              <a:t>External</a:t>
            </a:r>
            <a:br/>
            <a:r>
              <a:t>services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2633472"/>
            <a:ext cx="457200" cy="0"/>
          </a:xfrm>
          <a:prstGeom prst="line">
            <a:avLst/>
          </a:prstGeom>
          <a:ln w="317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74920" y="2633472"/>
            <a:ext cx="457200" cy="0"/>
          </a:xfrm>
          <a:prstGeom prst="line">
            <a:avLst/>
          </a:prstGeom>
          <a:ln w="317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43800" y="2633472"/>
            <a:ext cx="457200" cy="0"/>
          </a:xfrm>
          <a:prstGeom prst="line">
            <a:avLst/>
          </a:prstGeom>
          <a:ln w="317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12680" y="2633472"/>
            <a:ext cx="91440" cy="0"/>
          </a:xfrm>
          <a:prstGeom prst="line">
            <a:avLst/>
          </a:prstGeom>
          <a:ln w="3175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" y="388620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ptos"/>
              </a:defRPr>
            </a:pPr>
            <a:r>
              <a:t>Outbound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572000"/>
            <a:ext cx="1828800" cy="347472"/>
          </a:xfrm>
          <a:prstGeom prst="roundRect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0" y="46222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PRIVATE SOURCE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4572000"/>
            <a:ext cx="1828800" cy="347472"/>
          </a:xfrm>
          <a:prstGeom prst="roundRect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7639" y="46222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NSG FILTER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572000"/>
            <a:ext cx="1828800" cy="34747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46222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SNAT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4572000"/>
            <a:ext cx="1828800" cy="34747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46222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PUBLIC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57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10.0.1.4  →  NSG  →  NAT Gateway  →  4.224.18.198  →  Internet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Azure Resource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Actual resources used in the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15468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Resource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697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rg-nat-project</a:t>
            </a:r>
            <a:br/>
            <a:r>
              <a:t>Organizes project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15468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49047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Virtual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38528"/>
            <a:ext cx="2697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vnet-nat-project</a:t>
            </a:r>
            <a:br/>
            <a:r>
              <a:t>10.0.0.0/16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25880"/>
            <a:ext cx="315468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149047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Subnet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938528"/>
            <a:ext cx="2697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default</a:t>
            </a:r>
            <a:br/>
            <a:r>
              <a:t>10.0.1.0/24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315468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04495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Virtual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93008"/>
            <a:ext cx="2697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vm-nat-test</a:t>
            </a:r>
            <a:br/>
            <a:r>
              <a:t>Ubuntu 24.04 • 10.0.1.4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880360"/>
            <a:ext cx="315468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04495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NAT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93008"/>
            <a:ext cx="2697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natgw-project</a:t>
            </a:r>
            <a:br/>
            <a:r>
              <a:t>Standard • Central India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880360"/>
            <a:ext cx="315468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04495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Public 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493008"/>
            <a:ext cx="2697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pip-nat-project</a:t>
            </a:r>
            <a:br/>
            <a:r>
              <a:t>4.224.18.198 • Standard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434840"/>
            <a:ext cx="315468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459943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NSG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47488"/>
            <a:ext cx="2697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vm-nat-test-nsg</a:t>
            </a:r>
            <a:br/>
            <a:r>
              <a:t>Outbound allowlist + deny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NAT Gateway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Configuration evidence from Azure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49240" cy="2240280"/>
          </a:xfrm>
          <a:prstGeom prst="roundRect">
            <a:avLst/>
          </a:prstGeom>
          <a:solidFill>
            <a:srgbClr val="16233D"/>
          </a:solidFill>
          <a:ln>
            <a:solidFill>
              <a:srgbClr val="38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1c148d5-0a44-4425-bd04-096f67ce1a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042" y="1234440"/>
            <a:ext cx="3983874" cy="2240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234440"/>
            <a:ext cx="5349240" cy="2240280"/>
          </a:xfrm>
          <a:prstGeom prst="roundRect">
            <a:avLst/>
          </a:prstGeom>
          <a:solidFill>
            <a:srgbClr val="16233D"/>
          </a:solidFill>
          <a:ln>
            <a:solidFill>
              <a:srgbClr val="38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8bad7c83-9446-4163-8d17-e8b2435e64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602" y="1234440"/>
            <a:ext cx="3983874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794760"/>
            <a:ext cx="3383280" cy="132588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4671" y="395935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39822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959352"/>
            <a:ext cx="2487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NAT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07408"/>
            <a:ext cx="29260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Standard SKU</a:t>
            </a:r>
            <a:br/>
            <a:r>
              <a:t>Central India</a:t>
            </a:r>
            <a:br/>
            <a:r>
              <a:t>TCP idle timeout: 4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94760"/>
            <a:ext cx="3383280" cy="132588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07992" y="3959352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39822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959352"/>
            <a:ext cx="2487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OUTBOUND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07408"/>
            <a:ext cx="29260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pip-nat-project</a:t>
            </a:r>
            <a:br/>
            <a:r>
              <a:t>4.224.18.198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94760"/>
            <a:ext cx="3383280" cy="132588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11312" y="3959352"/>
            <a:ext cx="438912" cy="438912"/>
          </a:xfrm>
          <a:prstGeom prst="ellipse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39822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3959352"/>
            <a:ext cx="2487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SUBNET ASSOCIATION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407408"/>
            <a:ext cx="29260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vnet-nat-project/default</a:t>
            </a:r>
            <a:br/>
            <a:r>
              <a:t>Private subnet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Outbound Security: NSG Allowlist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Approved destinations are evaluated before the deny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6903720" cy="4480560"/>
          </a:xfrm>
          <a:prstGeom prst="roundRect">
            <a:avLst/>
          </a:prstGeom>
          <a:solidFill>
            <a:srgbClr val="16233D"/>
          </a:solidFill>
          <a:ln>
            <a:solidFill>
              <a:srgbClr val="38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a78b61c-58eb-4eb3-ab53-f7932d0127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3611"/>
            <a:ext cx="6903720" cy="38822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325880"/>
            <a:ext cx="3794760" cy="96012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891271" y="1490472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91271" y="151333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1" y="1490472"/>
            <a:ext cx="2898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ALLOWLIST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938528"/>
            <a:ext cx="3337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5 approved destination 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514600"/>
            <a:ext cx="1508760" cy="347472"/>
          </a:xfrm>
          <a:prstGeom prst="roundRect">
            <a:avLst/>
          </a:prstGeom>
          <a:solidFill>
            <a:srgbClr val="1C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56489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1.1.1.1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953512"/>
            <a:ext cx="1508760" cy="347472"/>
          </a:xfrm>
          <a:prstGeom prst="roundRect">
            <a:avLst/>
          </a:prstGeom>
          <a:solidFill>
            <a:srgbClr val="1C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3003804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8.8.8.8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392424"/>
            <a:ext cx="1508760" cy="347472"/>
          </a:xfrm>
          <a:prstGeom prst="roundRect">
            <a:avLst/>
          </a:prstGeom>
          <a:solidFill>
            <a:srgbClr val="1C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344271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1.0.0.1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831335"/>
            <a:ext cx="1508760" cy="347472"/>
          </a:xfrm>
          <a:prstGeom prst="roundRect">
            <a:avLst/>
          </a:prstGeom>
          <a:solidFill>
            <a:srgbClr val="1C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881627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8.8.4.4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270248"/>
            <a:ext cx="1508760" cy="347472"/>
          </a:xfrm>
          <a:prstGeom prst="roundRect">
            <a:avLst/>
          </a:prstGeom>
          <a:solidFill>
            <a:srgbClr val="1C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43205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9.9.9.9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4800600"/>
            <a:ext cx="3794760" cy="9144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891271" y="4965192"/>
            <a:ext cx="438912" cy="438912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91271" y="49880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1" y="4965192"/>
            <a:ext cx="2898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DEFAULT BEHAVIOR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413248"/>
            <a:ext cx="3337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Priority 4000: Deny-All-Internet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How SNAT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Private source address is translated to the NAT public 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338328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" y="1581912"/>
            <a:ext cx="438912" cy="438912"/>
          </a:xfrm>
          <a:prstGeom prst="ellipse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0477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581912"/>
            <a:ext cx="4270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BEFORE SNAT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70916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Source IP</a:t>
            </a:r>
            <a:br/>
            <a:br/>
            <a:r>
              <a:t>10.0.1.4</a:t>
            </a:r>
            <a:br/>
            <a:br/>
            <a:r>
              <a:t>Destination</a:t>
            </a:r>
            <a:br/>
            <a:r>
              <a:t>External Internet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166360" cy="338328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19672" y="1581912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60477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581912"/>
            <a:ext cx="4270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AFTER SNAT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29968"/>
            <a:ext cx="470916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Source IP</a:t>
            </a:r>
            <a:br/>
            <a:br/>
            <a:r>
              <a:t>4.224.18.198</a:t>
            </a:r>
            <a:br/>
            <a:br/>
            <a:r>
              <a:t>Destination</a:t>
            </a:r>
            <a:br/>
            <a:r>
              <a:t>External Internet Service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3063240"/>
            <a:ext cx="411480" cy="0"/>
          </a:xfrm>
          <a:prstGeom prst="line">
            <a:avLst/>
          </a:prstGeom>
          <a:ln w="3810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92040" y="5166360"/>
            <a:ext cx="2377440" cy="34747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52166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SOURCE ADDRESS TRANSLATION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The Internet sees 4.224.18.198 — not the private VM address 10.0.1.4.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Implementation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Commands used to prove the network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20440" cy="146304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399032"/>
            <a:ext cx="438912" cy="43891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2189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399032"/>
            <a:ext cx="2624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1 • PRIVATE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ip a</a:t>
            </a:r>
            <a:br/>
            <a:br/>
            <a:r>
              <a:t>Expected: 10.0.1.4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146304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07992" y="1399032"/>
            <a:ext cx="438912" cy="438912"/>
          </a:xfrm>
          <a:prstGeom prst="ellipse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42189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399032"/>
            <a:ext cx="26243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2 •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47088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ip route</a:t>
            </a:r>
            <a:br/>
            <a:br/>
            <a:r>
              <a:t>Default route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520440" cy="146304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11312" y="139903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42189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1399032"/>
            <a:ext cx="2624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3 • INTERNET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47088"/>
            <a:ext cx="3063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curl -I https://www.google.com</a:t>
            </a:r>
            <a:br/>
            <a:br/>
            <a:r>
              <a:t>HTTP/2 200 before restrictive filtering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63240"/>
            <a:ext cx="5394960" cy="2423160"/>
          </a:xfrm>
          <a:prstGeom prst="roundRect">
            <a:avLst/>
          </a:prstGeom>
          <a:solidFill>
            <a:srgbClr val="16233D"/>
          </a:solidFill>
          <a:ln>
            <a:solidFill>
              <a:srgbClr val="38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4dfe24dd-de55-4437-b7ac-c7c66bd01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015" y="3063240"/>
            <a:ext cx="4309088" cy="2423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72200" y="3063240"/>
            <a:ext cx="5394960" cy="2423160"/>
          </a:xfrm>
          <a:prstGeom prst="roundRect">
            <a:avLst/>
          </a:prstGeom>
          <a:solidFill>
            <a:srgbClr val="16233D"/>
          </a:solidFill>
          <a:ln>
            <a:solidFill>
              <a:srgbClr val="38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215870b8-56e6-48fd-bb21-2d7e2ebf15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976" y="3063240"/>
            <a:ext cx="4239406" cy="2423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5623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Key evidence: curl -4 ifconfig.me returned 4.224.18.198 before the strict outbound allowlist.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Controlled Egress: Allow vs Deny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The NSG adds a second layer to the NAT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1581912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0477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581912"/>
            <a:ext cx="4315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APPROVED DESTINATION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475488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Destination matches one of the five allow rules.</a:t>
            </a:r>
            <a:br/>
            <a:br/>
            <a:r>
              <a:t>NSG → ALLOW ✓</a:t>
            </a:r>
            <a:br/>
            <a:br/>
            <a:r>
              <a:t>Traffic continues to NAT Gateway.</a:t>
            </a:r>
            <a:br/>
            <a:r>
              <a:t>NAT Gateway performs SNAT using 4.224.18.198.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35661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28231" y="1581912"/>
            <a:ext cx="438912" cy="438912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60477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581912"/>
            <a:ext cx="4315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UNAPPROVED DESTINATION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29968"/>
            <a:ext cx="475488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Destination does not match an allow rule.</a:t>
            </a:r>
            <a:br/>
            <a:br/>
            <a:r>
              <a:t>NSG → DENY ✕</a:t>
            </a:r>
            <a:br/>
            <a:br/>
            <a:r>
              <a:t>The connection is blocked before it can use the Internet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5349240"/>
            <a:ext cx="2148840" cy="34747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0280" y="539953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ALLOW → NAT → INTERNET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5349240"/>
            <a:ext cx="2148840" cy="347472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5399531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DENY → 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SNAT Scalability &amp; Connection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NAT Gateway provides scalable SNAT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57800" cy="42519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444751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676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444751"/>
            <a:ext cx="4361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CONCURRENT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7"/>
            <a:ext cx="4800600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A controlled test generated multiple outbound requests:</a:t>
            </a:r>
            <a:br/>
            <a:br/>
            <a:r>
              <a:t>for i in {1..200}; do</a:t>
            </a:r>
            <a:br/>
            <a:r>
              <a:t>    curl -s --max-time 20 https://httpbin.org/delay/10 &gt; /dev/null &amp;</a:t>
            </a:r>
            <a:br/>
            <a:r>
              <a:t>done</a:t>
            </a:r>
            <a:br/>
            <a:br/>
            <a:r>
              <a:t>The test demonstrates concurrent outbound traffic generation. A point-in-time socket count is not proof that exactly 200 TCP connections were simultaneously established.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349240" cy="42519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36792" y="1444751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46761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1444751"/>
            <a:ext cx="4453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WHAT NAT GATEWAY PROVIDES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92807"/>
            <a:ext cx="4892040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• Managed outbound SNAT</a:t>
            </a:r>
            <a:br/>
            <a:r>
              <a:t>• Scalable source-port capacity</a:t>
            </a:r>
            <a:br/>
            <a:r>
              <a:t>• Predictable public source IP</a:t>
            </a:r>
            <a:br/>
            <a:r>
              <a:t>• Centralized subnet-level egress</a:t>
            </a:r>
            <a:br/>
            <a:br/>
            <a:r>
              <a:t>Project conclusion:</a:t>
            </a:r>
            <a:br/>
            <a:r>
              <a:t>NAT Gateway reduces the risk of SNAT port exhaustion; it does not mean port exhaustion is mathematically impossible.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Benefits, Limitations &amp; Cost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ptos"/>
              </a:defRPr>
            </a:pPr>
            <a:r>
              <a:t>Practical takeaways from the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399032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2189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399032"/>
            <a:ext cx="25786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✓ Predictable outbound IP</a:t>
            </a:r>
            <a:br/>
            <a:r>
              <a:t>✓ Private VM without public IP</a:t>
            </a:r>
            <a:br/>
            <a:r>
              <a:t>✓ Centralized outbound connectivity</a:t>
            </a:r>
            <a:br/>
            <a:r>
              <a:t>✓ Controlled egress with NSG</a:t>
            </a:r>
            <a:br/>
            <a:r>
              <a:t>✓ Scalable SNAT architecture</a:t>
            </a:r>
            <a:br/>
            <a:r>
              <a:t>✓ Easier external IP allowlisting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44805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07992" y="139903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42189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399032"/>
            <a:ext cx="25786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47088"/>
            <a:ext cx="30175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• IP allowlists can be hard to maintain</a:t>
            </a:r>
            <a:br/>
            <a:r>
              <a:t>• Internet services may use many IPs</a:t>
            </a:r>
            <a:br/>
            <a:r>
              <a:t>• NAT Gateway is outbound-focused</a:t>
            </a:r>
            <a:br/>
            <a:r>
              <a:t>• NSG filtering is destination/IP based</a:t>
            </a:r>
            <a:br/>
            <a:r>
              <a:t>• A single Google IP is not a reliable full-service allowlist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474720" cy="448056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11312" y="139903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42189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1399032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COST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47088"/>
            <a:ext cx="30175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• Deallocate VM when idle</a:t>
            </a:r>
            <a:br/>
            <a:r>
              <a:t>• Delete NAT Gateway when finished</a:t>
            </a:r>
            <a:br/>
            <a:r>
              <a:t>• Retain public IP if reuse is needed</a:t>
            </a:r>
            <a:br/>
            <a:r>
              <a:t>• Monitor Azure for Students credit</a:t>
            </a:r>
            <a:br/>
            <a:r>
              <a:t>• Remove unused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-365760"/>
            <a:ext cx="2743200" cy="2743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4937760"/>
            <a:ext cx="2286000" cy="2286000"/>
          </a:xfrm>
          <a:prstGeom prst="ellipse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822960" y="5120640"/>
            <a:ext cx="2286000" cy="228600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1554480" cy="34747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903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Private workload. Predictable egress. Controlled destinations.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2E8F0"/>
                </a:solidFill>
                <a:latin typeface="Aptos"/>
              </a:defRPr>
            </a:pPr>
            <a:r>
              <a:t>The project demonstrates how Azure NAT Gateway provides predictable outbound connectivity for a private VM, while an NSG controls which Internet destinations are permitted.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20040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6112" y="4050791"/>
            <a:ext cx="438912" cy="43891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0736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4050791"/>
            <a:ext cx="230428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PRIVATE 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98848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10.0.1.4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886200"/>
            <a:ext cx="320040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25112" y="4050791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5112" y="40736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4050791"/>
            <a:ext cx="230428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NAT PUBLIC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498848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4.224.18.198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886200"/>
            <a:ext cx="3200400" cy="1143000"/>
          </a:xfrm>
          <a:prstGeom prst="roundRect">
            <a:avLst/>
          </a:prstGeom>
          <a:solidFill>
            <a:srgbClr val="0F1E3A"/>
          </a:solidFill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54112" y="4050791"/>
            <a:ext cx="438912" cy="438912"/>
          </a:xfrm>
          <a:prstGeom prst="ellipse">
            <a:avLst/>
          </a:prstGeom>
          <a:solidFill>
            <a:srgbClr val="704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54112" y="407365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NSG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050791"/>
            <a:ext cx="2304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EGRESS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2E8F0"/>
                </a:solidFill>
                <a:latin typeface="Aptos"/>
              </a:defRPr>
            </a:pPr>
            <a:r>
              <a:t>5 allow + deny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CF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807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Aptos"/>
              </a:defRPr>
            </a:pPr>
            <a:r>
              <a:t>24CC3046-P035  •  Azure NAT Gateway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979</Words>
  <Application>Microsoft Office PowerPoint</Application>
  <PresentationFormat>Widescreen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Kerthi Manikanta</cp:lastModifiedBy>
  <cp:revision>2</cp:revision>
  <dcterms:created xsi:type="dcterms:W3CDTF">2013-01-27T09:14:16Z</dcterms:created>
  <dcterms:modified xsi:type="dcterms:W3CDTF">2026-09-27T04:44:09Z</dcterms:modified>
  <cp:category/>
</cp:coreProperties>
</file>